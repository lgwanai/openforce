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7483558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A5C6F-1B1A-6D4C-87A4-ED2ABE869BB3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35372-2652-874C-BCB1-42DB8EE3E49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2627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5082-7EFE-BA66-3F5B-4BC74F96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AFE52-6D74-9A07-FD39-F665D3C4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37749-BF1F-D086-5058-5CEE3F77F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CDC63-C06A-6B44-4D6A-8FBD6FA62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9C5FF-8B3A-534B-96E1-54931214CC2D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8136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5FF5-F4D2-50CA-7A8B-7EC33ED7F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7EEF5-0DC9-7597-589C-369BFD6E8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B598-05F3-2C94-3C89-4C23ABD8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C582-4651-355B-33A5-4117BB21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B5BDB-647C-D7F8-A7EF-676F6433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86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1DE8-7E18-6DF1-7FD1-9278EC85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C938-8303-7BBC-DC51-BE5B25B4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0AB4A-27F6-84D5-43AF-869E6378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94A7D-4D23-1C13-0519-8A64BCB0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0D56D-7F79-3E67-7ED6-252AC6BBD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91237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74BA-36E5-FFBB-E477-1EAF4307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CD64F-6D61-A03A-AF89-0C75752D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09CB8-F5B9-9E80-F29C-4B9978C2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F160A-6506-9899-C3F8-B382825E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A7A1E-454F-CCC6-89D9-51A6BE60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9760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5F7F-2DE9-7660-D955-C405BD86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EDB98-7290-6EA5-B850-FC58183B6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0144E-1ED0-98C3-871D-1AB5614E2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DEDB4-555E-D304-7602-8CC95AD5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69F19-D056-4F89-BA64-FE7B7BBE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7B9A6-4585-315E-017F-C2C19175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574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87D9-6E8D-768C-2F0B-5AB2D082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0D6C3-8DE7-A883-0AB6-9C9520E3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68CC0-DAB1-3502-CAFC-22654F61C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245FB-A29D-74FF-483D-DFFA4D0B9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C1A5C-97C6-9017-C7F9-D20DF0126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B3E9A0-8338-AA02-DBC1-CD737144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569A4-9C44-3675-818D-B587EAA7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FA6C7-64E8-6228-70EA-FC71AB14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10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F437-E016-0538-94EE-7BE91AED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A5EA9-2FBD-8018-CFD7-BE597F3CD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1EA60-A835-7C72-02AA-D8218FA0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79E20-5E9A-3E6B-0F54-393171AE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556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AC4D6-494B-E869-63BF-9705B4B1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93665-538C-0582-8275-E1D4BD31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8FB8D-7EF0-B927-2719-FE3B82B9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191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F907-0CC0-4D78-A64B-FDB338D2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2FB7E-3B09-A346-5B2D-3D1AC3EBB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61F51-ED88-40F6-DC36-496A19998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07AF0-DFF1-58BE-4907-9806F54D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C0C9B-D37F-0976-8969-3E56DDB4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6D11B-9534-F739-89D2-A8B74733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310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1CC2-CB4B-23D3-1F09-3730F68D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0BACA-6E4E-0223-F8F8-3BE036863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80003-996F-81C3-5517-2DD66C6B6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A2382-1B93-EB5B-0D33-629C7D10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2F7A9-BA28-5CC9-DC2F-16AE7133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694A8-5151-0A81-8D56-AD578D7D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45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F37F-D97A-377F-84FB-89258BB0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DAB07-0B75-2060-F3A3-4BA90D9FB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F9C37-2F17-DFAC-0BF9-0A4C598B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8C33E-E409-DDC3-C8DD-80DFB36C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F4429-CC04-5CBA-D92D-E796A570E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3746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0A42E-2B31-A5A3-6E9F-D16A15ECCE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0F059-A151-E3C8-3337-272769245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F10DA-D6F9-D225-1011-18A3747F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5E62F-D793-121E-FF6D-04EFB0E9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C4E48-31DF-FF82-CE95-FD3F89A5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545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6134475"/>
            <a:ext cx="10985500" cy="3302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412750">
              <a:spcBef>
                <a:spcPts val="0"/>
              </a:spcBef>
              <a:buSzTx/>
              <a:buNone/>
              <a:defRPr sz="1650" spc="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3250" y="3676650"/>
            <a:ext cx="10985500" cy="1003300"/>
          </a:xfrm>
          <a:prstGeom prst="rect">
            <a:avLst/>
          </a:prstGeom>
        </p:spPr>
        <p:txBody>
          <a:bodyPr/>
          <a:lstStyle>
            <a:lvl1pPr marL="0" indent="0" defTabSz="412750">
              <a:spcBef>
                <a:spcPts val="0"/>
              </a:spcBef>
              <a:buSzTx/>
              <a:buNone/>
              <a:defRPr sz="1400" spc="0">
                <a:latin typeface="+mn-lt"/>
                <a:ea typeface="+mn-ea"/>
                <a:cs typeface="+mn-cs"/>
                <a:sym typeface="BMWGroupTN Regular"/>
              </a:defRPr>
            </a:lvl1pPr>
            <a:lvl2pPr marL="0" indent="228600" defTabSz="412750">
              <a:spcBef>
                <a:spcPts val="0"/>
              </a:spcBef>
              <a:buSzTx/>
              <a:buNone/>
              <a:defRPr sz="1400" spc="0">
                <a:latin typeface="+mn-lt"/>
                <a:ea typeface="+mn-ea"/>
                <a:cs typeface="+mn-cs"/>
                <a:sym typeface="BMWGroupTN Regular"/>
              </a:defRPr>
            </a:lvl2pPr>
            <a:lvl3pPr marL="0" indent="457200" defTabSz="412750">
              <a:spcBef>
                <a:spcPts val="0"/>
              </a:spcBef>
              <a:buSzTx/>
              <a:buNone/>
              <a:defRPr sz="1400" spc="0">
                <a:latin typeface="+mn-lt"/>
                <a:ea typeface="+mn-ea"/>
                <a:cs typeface="+mn-cs"/>
                <a:sym typeface="BMWGroupTN Regular"/>
              </a:defRPr>
            </a:lvl3pPr>
            <a:lvl4pPr marL="0" indent="685800" defTabSz="412750">
              <a:spcBef>
                <a:spcPts val="0"/>
              </a:spcBef>
              <a:buSzTx/>
              <a:buNone/>
              <a:defRPr sz="1400" spc="0">
                <a:latin typeface="+mn-lt"/>
                <a:ea typeface="+mn-ea"/>
                <a:cs typeface="+mn-cs"/>
                <a:sym typeface="BMWGroupTN Regular"/>
              </a:defRPr>
            </a:lvl4pPr>
            <a:lvl5pPr marL="0" indent="914400" defTabSz="412750">
              <a:spcBef>
                <a:spcPts val="0"/>
              </a:spcBef>
              <a:buSzTx/>
              <a:buNone/>
              <a:defRPr sz="1400" spc="0">
                <a:latin typeface="+mn-lt"/>
                <a:ea typeface="+mn-ea"/>
                <a:cs typeface="+mn-cs"/>
                <a:sym typeface="BMWGroupTN Regular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1308100"/>
            <a:ext cx="10985502" cy="2324100"/>
          </a:xfrm>
          <a:prstGeom prst="rect">
            <a:avLst/>
          </a:prstGeom>
        </p:spPr>
        <p:txBody>
          <a:bodyPr anchor="b"/>
          <a:lstStyle>
            <a:lvl1pPr defTabSz="177800">
              <a:defRPr sz="6000" spc="-60"/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79250" y="6230360"/>
            <a:ext cx="194311" cy="21463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765999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C04A2-CF5D-963F-A64C-9CA1DA03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BBE06-8D94-5D21-D6A6-095F25EE1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AE51A-2272-0D73-C4F4-A1A32C838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8D5A1-39EC-8D40-B8DB-ED63FE7DFD15}" type="datetimeFigureOut">
              <a:rPr lang="en-CN" smtClean="0"/>
              <a:t>2026/4/16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03A0-1990-6104-9A82-890EC3769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0D36-50D8-771C-A9AE-734FB7F87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C27D9-A142-EA47-9F23-0C9E63243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681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9BF64-B933-7A46-1163-AA41FDF5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olSQL Basic Introduction.">
            <a:extLst>
              <a:ext uri="{FF2B5EF4-FFF2-40B4-BE49-F238E27FC236}">
                <a16:creationId xmlns:a16="http://schemas.microsoft.com/office/drawing/2014/main" id="{5EE8E63B-8567-9130-E113-04B407D84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630" y="86913"/>
            <a:ext cx="1087221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600" b="1" dirty="0"/>
              <a:t>1</a:t>
            </a:r>
            <a:r>
              <a:rPr lang="zh-CN" altLang="en-US" sz="3600" b="1" dirty="0"/>
              <a:t>、</a:t>
            </a:r>
            <a:r>
              <a:rPr lang="en-US" altLang="zh-CN" sz="3600" b="1" dirty="0"/>
              <a:t>GAIA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</a:t>
            </a:r>
            <a:r>
              <a:rPr lang="en-US" altLang="zh-CN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hunk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0EAE68-6C3B-EEF0-C855-9E28877CB121}"/>
              </a:ext>
            </a:extLst>
          </p:cNvPr>
          <p:cNvGraphicFramePr>
            <a:graphicFrameLocks noGrp="1"/>
          </p:cNvGraphicFramePr>
          <p:nvPr/>
        </p:nvGraphicFramePr>
        <p:xfrm>
          <a:off x="664120" y="857472"/>
          <a:ext cx="10308678" cy="496052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3436226">
                  <a:extLst>
                    <a:ext uri="{9D8B030D-6E8A-4147-A177-3AD203B41FA5}">
                      <a16:colId xmlns:a16="http://schemas.microsoft.com/office/drawing/2014/main" val="1988147156"/>
                    </a:ext>
                  </a:extLst>
                </a:gridCol>
                <a:gridCol w="3436226">
                  <a:extLst>
                    <a:ext uri="{9D8B030D-6E8A-4147-A177-3AD203B41FA5}">
                      <a16:colId xmlns:a16="http://schemas.microsoft.com/office/drawing/2014/main" val="1795114534"/>
                    </a:ext>
                  </a:extLst>
                </a:gridCol>
                <a:gridCol w="3436226">
                  <a:extLst>
                    <a:ext uri="{9D8B030D-6E8A-4147-A177-3AD203B41FA5}">
                      <a16:colId xmlns:a16="http://schemas.microsoft.com/office/drawing/2014/main" val="972388061"/>
                    </a:ext>
                  </a:extLst>
                </a:gridCol>
              </a:tblGrid>
              <a:tr h="811459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前提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ln>
                            <a:solidFill>
                              <a:schemeClr val="bg1"/>
                            </a:solidFill>
                          </a:ln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打开多模态</a:t>
                      </a:r>
                      <a:endParaRPr lang="en-US" sz="1200" b="0" dirty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 err="1">
                          <a:ln>
                            <a:solidFill>
                              <a:schemeClr val="bg1"/>
                            </a:solidFill>
                          </a:ln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不打开多模态</a:t>
                      </a:r>
                      <a:endParaRPr lang="en-US" sz="1200" b="0" dirty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258870016"/>
                  </a:ext>
                </a:extLst>
              </a:tr>
              <a:tr h="1714688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分块策略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200" b="0" kern="12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</a:rPr>
                        <a:t>基于文档结构分块</a:t>
                      </a:r>
                      <a:r>
                        <a:rPr lang="en-US" altLang="ja-JP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</a:rPr>
                        <a:t>+ </a:t>
                      </a:r>
                      <a:r>
                        <a:rPr lang="ja-JP" altLang="en-US" sz="1200" b="0" kern="12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</a:rPr>
                        <a:t>递归字符分块</a:t>
                      </a:r>
                      <a:endParaRPr lang="en-US" altLang="ja-JP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</a:endParaRPr>
                    </a:p>
                    <a:p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）先按照标题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/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章节分块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  <a:p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）再对章节内容，按照段落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(\n)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分块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  <a:p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3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）最后，如果相邻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chunk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字符数都太小，会进行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chunk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的合并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对</a:t>
                      </a:r>
                      <a:r>
                        <a:rPr lang="ja-JP" altLang="en-US" sz="1200" b="0" kern="12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</a:rPr>
                        <a:t>递归字符分块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</a:rPr>
                        <a:t>：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1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）先对章节内容，按照段落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(\n)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分块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（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2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）最后如果相邻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chunk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字符数都太小，会进行</a:t>
                      </a:r>
                      <a:r>
                        <a:rPr lang="en-US" altLang="zh-CN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chunk</a:t>
                      </a:r>
                      <a:r>
                        <a:rPr lang="zh-CN" altLang="en-US" sz="1200" b="0" kern="12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的合并</a:t>
                      </a:r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  <a:p>
                      <a:endParaRPr lang="en-US" altLang="zh-CN" sz="1200" b="0" kern="12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lt1"/>
                        </a:solidFill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0218286"/>
                  </a:ext>
                </a:extLst>
              </a:tr>
              <a:tr h="811459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最大块大小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zh-CN" sz="1200" b="0" dirty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1024</a:t>
                      </a:r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字符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200" b="0" dirty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1</a:t>
                      </a:r>
                      <a:r>
                        <a:rPr lang="en-US" altLang="zh-CN" sz="1200" b="0" dirty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024</a:t>
                      </a:r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字符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37397079"/>
                  </a:ext>
                </a:extLst>
              </a:tr>
              <a:tr h="811459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最小块大小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200" b="0" dirty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120</a:t>
                      </a:r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字符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altLang="ja-JP" sz="1200" b="0" dirty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100</a:t>
                      </a:r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字符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2683578"/>
                  </a:ext>
                </a:extLst>
              </a:tr>
              <a:tr h="811459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结构保留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200" b="0" kern="120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lt1"/>
                          </a:solidFill>
                          <a:effectLst/>
                        </a:rPr>
                        <a:t>保留标题层级和页眉页脚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ln>
                            <a:solidFill>
                              <a:schemeClr val="bg1"/>
                            </a:solidFill>
                          </a:ln>
                          <a:effectLst/>
                        </a:rPr>
                        <a:t>无</a:t>
                      </a:r>
                      <a:endParaRPr lang="ja-JP" altLang="en-US" sz="1200" b="0">
                        <a:ln>
                          <a:solidFill>
                            <a:schemeClr val="bg1"/>
                          </a:solidFill>
                        </a:ln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95536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8858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YaHei UI</vt:lpstr>
      <vt:lpstr>Produkt Light</vt:lpstr>
      <vt:lpstr>Aptos</vt:lpstr>
      <vt:lpstr>Aptos Display</vt:lpstr>
      <vt:lpstr>Arial</vt:lpstr>
      <vt:lpstr>Office Theme</vt:lpstr>
      <vt:lpstr>1、GAIA Chunk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 Zongjian, CIH-6-1</dc:creator>
  <cp:lastModifiedBy>Zhu Zongjian, CIH-6-1</cp:lastModifiedBy>
  <cp:revision>1</cp:revision>
  <dcterms:created xsi:type="dcterms:W3CDTF">2026-04-16T08:22:14Z</dcterms:created>
  <dcterms:modified xsi:type="dcterms:W3CDTF">2026-04-16T08:23:31Z</dcterms:modified>
</cp:coreProperties>
</file>