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宝马 X3 下半年营销计划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下半年 / 市场营销方案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市场背景分析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豪华中型SUV竞争激烈</a:t>
            </a:r>
          </a:p>
          <a:p>
            <a:r>
              <a:t>消费者关注智能化与驾控体验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目标人群定位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城市精英家庭</a:t>
            </a:r>
          </a:p>
          <a:p>
            <a:r>
              <a:t>30-45岁高收入人群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产品核心卖点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驾驶乐趣标杆</a:t>
            </a:r>
          </a:p>
          <a:p>
            <a:r>
              <a:t>智能座舱与空间升级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竞争车型分析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对标奔驰GLC、奥迪Q5L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营销目标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提升品牌关注度</a:t>
            </a:r>
          </a:p>
          <a:p>
            <a:r>
              <a:t>促进到店试驾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传播策略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线上内容营销</a:t>
            </a:r>
          </a:p>
          <a:p>
            <a:r>
              <a:t>线下试驾活动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渠道规划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社交媒体</a:t>
            </a:r>
          </a:p>
          <a:p>
            <a:r>
              <a:t>4S店联动</a:t>
            </a:r>
          </a:p>
          <a:p>
            <a:r>
              <a:t>异业合作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时间节奏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7-9月品牌曝光</a:t>
            </a:r>
          </a:p>
          <a:p>
            <a:r>
              <a:t>10-12月成交转化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总结与预期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强化X3运动豪华定位</a:t>
            </a:r>
          </a:p>
          <a:p>
            <a:r>
              <a:t>实现销量提升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