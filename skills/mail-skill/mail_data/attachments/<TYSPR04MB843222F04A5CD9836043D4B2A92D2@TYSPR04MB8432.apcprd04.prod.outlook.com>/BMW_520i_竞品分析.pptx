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BMW 520i 竞品分析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竞品：奥迪 A6L / 奔驰 E级 / 沃尔沃 S90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细分市场：豪华中大型轿车</a:t>
            </a:r>
          </a:p>
          <a:p>
            <a:pPr/>
            <a:r>
              <a:t>目标客户：商务 + 家用，高端品牌用户</a:t>
            </a:r>
          </a:p>
          <a:p>
            <a:pPr/>
            <a:r>
              <a:t>价格区间：约35–50万人民币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核心参数对比（概要）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BMW 520i：2.0T + 48V，约184–190马力，强调操控</a:t>
            </a:r>
          </a:p>
          <a:p>
            <a:pPr/>
            <a:r>
              <a:t>奥迪 A6L：2.0T/3.0T，多轴距版本，强调科技与空间</a:t>
            </a:r>
          </a:p>
          <a:p>
            <a:pPr/>
            <a:r>
              <a:t>奔驰 E级：2.0T + 48V，轴距最长，强调豪华与舒适</a:t>
            </a:r>
          </a:p>
          <a:p>
            <a:pPr/>
            <a:r>
              <a:t>沃尔沃 S90：2.0T + 48V，强调安全与北欧设计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产品力对比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520i 优势：操控感、驾驶参与度、品牌运动基因</a:t>
            </a:r>
          </a:p>
          <a:p>
            <a:pPr/>
            <a:r>
              <a:t>A6L 优势：后排空间、科技感、政府/商务形象</a:t>
            </a:r>
          </a:p>
          <a:p>
            <a:pPr/>
            <a:r>
              <a:t>E级 优势：豪华内饰、舒适性、品牌溢价</a:t>
            </a:r>
          </a:p>
          <a:p>
            <a:pPr/>
            <a:r>
              <a:t>S90 优势：主被动安全、性价比、环保形象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风险与机会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风险：520i 动力参数略弱于部分对手高功版本</a:t>
            </a:r>
          </a:p>
          <a:p>
            <a:pPr/>
            <a:r>
              <a:t>机会：年轻商务用户更偏向驾驶体验</a:t>
            </a:r>
          </a:p>
          <a:p>
            <a:pPr/>
            <a:r>
              <a:t>机会：中国市场对科技+操控均衡车型需求提升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BMW 520i 更适合重视驾驶与操控的用户</a:t>
            </a:r>
          </a:p>
          <a:p>
            <a:pPr/>
            <a:r>
              <a:t>面对 A6L / E级，需要强调驾控与运动定位</a:t>
            </a:r>
          </a:p>
          <a:p>
            <a:pPr/>
            <a:r>
              <a:t>对 S90 保持高性价比与安全差异化竞争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